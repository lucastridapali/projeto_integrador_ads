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617AEF-34EB-BB6F-15D8-C6EFAE9030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62635"/>
            <a:ext cx="1414156" cy="6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7C4D2FC5-36AF-CB8B-FA9D-35E687CB9A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91" y="-30018"/>
            <a:ext cx="5378390" cy="1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3EB43183-E29A-193E-5C32-38DEF14BC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3F555A-828A-8B46-D975-023EF9F0A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45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3B050C0-90A2-124C-DA09-05C995FA47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CCBC458-17F8-10E7-D290-E0D70DF19F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89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688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44A1E7B8-4CCB-9172-7582-357EB8FBC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1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83A8211-427E-C947-E50F-3A19D7329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59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039C99E-9729-B239-D23F-FD5F0AB4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14CCBC3-3E4C-F865-EAF4-B0853A4C9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3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87D0A64-5985-CB9C-AFFF-20ABA29BB4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70EE4532-62B8-3C75-BDA2-F01BFF58FB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15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9312479-41DE-4E0D-BE68-FC5C5EAE8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98962566-D51C-544B-E275-3438E3B726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0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98B2AD2B-8F45-BB20-FA78-CCD1858C7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8F69B24-F5E3-C2C3-F206-E5581F3D7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7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531379"/>
            <a:ext cx="6659880" cy="632662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C2BFCCC7-C805-A317-B0CB-9B0705F54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FD742EE9-ACB5-C58F-2105-4F95100B3D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25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D9BDB7B5-65AF-E9B6-5FDC-826215EF2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18BB257-BFF8-97AA-2A0E-35234B148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3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F50CFBF5-A489-9C35-6D51-A6146E81B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25649C2C-C87C-5F36-C386-406DF0F782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26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48A4048-DFD3-A06D-5C62-F7CDC6B92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D8FA285-079F-BF82-5BC0-2F7FD13A9B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7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D29343-609A-FE48-136F-56F06A177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 Web de Gestão de Pesquisas por Questionários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6466BC2-6F7B-0039-EB20-86BD3EB66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388" y="3956279"/>
            <a:ext cx="7324191" cy="1610803"/>
          </a:xfrm>
        </p:spPr>
        <p:txBody>
          <a:bodyPr>
            <a:normAutofit/>
          </a:bodyPr>
          <a:lstStyle/>
          <a:p>
            <a:r>
              <a:rPr lang="pt-BR" sz="2800" dirty="0"/>
              <a:t>Lucas Augusto Vieira Tridapali</a:t>
            </a:r>
            <a:endParaRPr lang="pt-BR" dirty="0"/>
          </a:p>
          <a:p>
            <a:r>
              <a:rPr lang="pt-BR" dirty="0"/>
              <a:t>Pitch de Proposta de Solução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19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92F927E-680E-8C3E-68A8-EB61BC07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A967058-DCD9-8ED6-26FD-70ED1492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Falta de Anonimato: Participantes hesitam em dar feedback honesto por medo de identificação.</a:t>
            </a:r>
          </a:p>
          <a:p>
            <a:r>
              <a:rPr lang="pt-BR" dirty="0"/>
              <a:t>Processamento Lento: Coleta manual ou descentralizada gera atrasos na análise de dados.</a:t>
            </a:r>
          </a:p>
          <a:p>
            <a:r>
              <a:rPr lang="pt-BR" dirty="0"/>
              <a:t>Inconsistência: Dificuldade em gerenciar diferentes categorias de respondentes simultaneamente.</a:t>
            </a:r>
          </a:p>
          <a:p>
            <a:r>
              <a:rPr lang="pt-BR" dirty="0"/>
              <a:t>Decisões Ineficientes: Gestores carecem de relatórios analíticos precisos para melhorias institucionais.</a:t>
            </a:r>
          </a:p>
        </p:txBody>
      </p:sp>
    </p:spTree>
    <p:extLst>
      <p:ext uri="{BB962C8B-B14F-4D97-AF65-F5344CB8AC3E}">
        <p14:creationId xmlns:p14="http://schemas.microsoft.com/office/powerpoint/2010/main" val="9515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9AC6-4D65-5C7F-D5F8-D4624AE1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B84B6E8-CC76-3FD3-B7E1-359CAE8B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Oportunidade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066FDCA-D90E-B8CA-3385-B7C71486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100% Garantia de Anonimato</a:t>
            </a:r>
          </a:p>
          <a:p>
            <a:r>
              <a:rPr lang="pt-BR" dirty="0"/>
              <a:t>A transformação digital permite coletar feedbacks autênticos, transformando</a:t>
            </a:r>
          </a:p>
          <a:p>
            <a:pPr marL="0" indent="0">
              <a:buNone/>
            </a:pPr>
            <a:r>
              <a:rPr lang="pt-BR" dirty="0"/>
              <a:t>opiniões em ativos estratégicos para a evolução constante. </a:t>
            </a:r>
          </a:p>
        </p:txBody>
      </p:sp>
    </p:spTree>
    <p:extLst>
      <p:ext uri="{BB962C8B-B14F-4D97-AF65-F5344CB8AC3E}">
        <p14:creationId xmlns:p14="http://schemas.microsoft.com/office/powerpoint/2010/main" val="36280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32AE-C672-E750-9EF1-A166A377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A4BB4DC-57D2-78AC-5E70-26F9A07E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5DC6466-3F8D-3CF1-AECC-B49537CE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Nossa plataforma web centraliza todo o ciclo de vida de uma pesquisa institucional.</a:t>
            </a:r>
          </a:p>
          <a:p>
            <a:r>
              <a:rPr lang="pt-BR" dirty="0"/>
              <a:t>Criação dinâmica de questionários.</a:t>
            </a:r>
          </a:p>
          <a:p>
            <a:r>
              <a:rPr lang="pt-BR" dirty="0"/>
              <a:t>Monitoramento de participação em tempo real.</a:t>
            </a:r>
          </a:p>
          <a:p>
            <a:r>
              <a:rPr lang="pt-BR" dirty="0"/>
              <a:t>Dashboard administrativo intuitivo.</a:t>
            </a:r>
          </a:p>
        </p:txBody>
      </p:sp>
    </p:spTree>
    <p:extLst>
      <p:ext uri="{BB962C8B-B14F-4D97-AF65-F5344CB8AC3E}">
        <p14:creationId xmlns:p14="http://schemas.microsoft.com/office/powerpoint/2010/main" val="113215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BB74-95FB-0DED-8F13-7541B25B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128C25D-7645-4ACB-8897-D1B0A7B6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Diferenciais da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0563FB1-ADF3-31CE-E4E8-A2FD436E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Senhas Anônimas: Geração de lotes de senhas aleatórias que garantem acesso único sem identificar  usuário.</a:t>
            </a:r>
          </a:p>
          <a:p>
            <a:r>
              <a:rPr lang="pt-BR" dirty="0"/>
              <a:t>Segmentação: Questionários específicos por categoria: Alunos, Professores e Colaboradores.</a:t>
            </a:r>
          </a:p>
          <a:p>
            <a:r>
              <a:rPr lang="pt-BR" dirty="0"/>
              <a:t>Relatórios: Exportação analítica completa em PDF ou CSV com gráficos estatísticos integrados.</a:t>
            </a:r>
          </a:p>
        </p:txBody>
      </p:sp>
    </p:spTree>
    <p:extLst>
      <p:ext uri="{BB962C8B-B14F-4D97-AF65-F5344CB8AC3E}">
        <p14:creationId xmlns:p14="http://schemas.microsoft.com/office/powerpoint/2010/main" val="322218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F84B-09B4-336B-B4E2-49EFBCE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2157D60-2C32-13D0-9157-81670F86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4373CDE-8EA1-0296-0249-6291B66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Configuração: Definição de títulos, descrição e período de vigência</a:t>
            </a:r>
          </a:p>
          <a:p>
            <a:r>
              <a:rPr lang="pt-BR" dirty="0"/>
              <a:t>Desing: Criação de perguntas por categoria (múltipla escolha, escala ou texto).</a:t>
            </a:r>
          </a:p>
          <a:p>
            <a:r>
              <a:rPr lang="pt-BR" dirty="0"/>
              <a:t>Aplicação: Geração de senhas e coleta de dados via interface responsiva.</a:t>
            </a:r>
          </a:p>
          <a:p>
            <a:r>
              <a:rPr lang="pt-BR" dirty="0"/>
              <a:t>Análise: Processamento automático e geração de indicadores de participação.</a:t>
            </a:r>
          </a:p>
        </p:txBody>
      </p:sp>
    </p:spTree>
    <p:extLst>
      <p:ext uri="{BB962C8B-B14F-4D97-AF65-F5344CB8AC3E}">
        <p14:creationId xmlns:p14="http://schemas.microsoft.com/office/powerpoint/2010/main" val="283931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E557-82AF-038C-1641-31508378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0B20D98-07B2-A976-1659-5BD70DD3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Público-Alvo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3C965DC-2386-D95F-2247-6E63C22B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foco primordial são Instituições de Ensino Superior (como a Fatec Lins) que buscam modernizar seus processos de autoavaliação. 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Corpo Discente (Alunos) 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Corpo Docente (Professores) 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Colaboradores Administrativos</a:t>
            </a:r>
          </a:p>
        </p:txBody>
      </p:sp>
    </p:spTree>
    <p:extLst>
      <p:ext uri="{BB962C8B-B14F-4D97-AF65-F5344CB8AC3E}">
        <p14:creationId xmlns:p14="http://schemas.microsoft.com/office/powerpoint/2010/main" val="401957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CA61-5244-49AA-5ACC-67E0506D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30C29A-C2DD-B7E9-5FF2-B9D89FF4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99EF649-BE50-42B9-E3E2-AEC2785A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 Instituição: Dados confiáveis para processos de acreditação e MEC. Redução drástica de custos com papel e tabulação manual. Facilidade em identificar gargalos pedagógicos.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Para os participantes: Segurança total para críticas construtivas. Interface amigável e acessível via mobile. Agilidade no preenchimento através de senhas pré-geradas.</a:t>
            </a:r>
          </a:p>
        </p:txBody>
      </p:sp>
    </p:spTree>
    <p:extLst>
      <p:ext uri="{BB962C8B-B14F-4D97-AF65-F5344CB8AC3E}">
        <p14:creationId xmlns:p14="http://schemas.microsoft.com/office/powerpoint/2010/main" val="42857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7A77-0461-1B82-6E7E-61B91C88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1BC38E1-DF64-629C-68C7-4030FF0D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Técnica (Tecnologias)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0815DB4-1ED6-362C-134E-8AC55C98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Módulo 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Backend: PHP (Laravel) / Node.js.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Frontend: HTML5, CSS3, Bootstrap, JS.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Banco de Dados: MySQL / PostgreSQL 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Infraestrutura: Docker / Git / APls REST.</a:t>
            </a:r>
          </a:p>
          <a:p>
            <a:pPr marL="530352" lvl="1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2469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082C-06BC-DBC6-89FB-E380B0AC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09000EB-5C96-B0F7-4664-7E3A0F9A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MVP – Produto Mínimo Viável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D88BEA9-9B62-9D91-0D2E-AB1ED943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foco inicial está na entrega das funcionalidades críticas para operação: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Gestão de Pesquisas e Categorias.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Gerador de Senhas Anônimas.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Coleta e Gravação de Respostas.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Visualização Básica de Resultados.</a:t>
            </a:r>
          </a:p>
        </p:txBody>
      </p:sp>
    </p:spTree>
    <p:extLst>
      <p:ext uri="{BB962C8B-B14F-4D97-AF65-F5344CB8AC3E}">
        <p14:creationId xmlns:p14="http://schemas.microsoft.com/office/powerpoint/2010/main" val="52033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89F1-7707-CD99-7D12-9BBFFDA6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1EA0571-CD32-834E-B65B-6854D2D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Futura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65EEFF9-9CB4-E91E-0232-18AAF0B7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Análise de Sentimentos: Implementação de IA para categorizar automaticamente respostas abertas. </a:t>
            </a:r>
          </a:p>
          <a:p>
            <a:r>
              <a:rPr lang="pt-BR" dirty="0"/>
              <a:t>App Mobile: Aplicativo nativo para notificações e acesso facilitado aos questionários. </a:t>
            </a:r>
          </a:p>
          <a:p>
            <a:r>
              <a:rPr lang="pt-BR" dirty="0"/>
              <a:t>Integração LMS: Conexão via API com plataformas como Moodle ou Canvas.</a:t>
            </a:r>
          </a:p>
          <a:p>
            <a:r>
              <a:rPr lang="pt-BR" dirty="0"/>
              <a:t> Comparativo Histórico: Análise de tendência entre diferentes semestres e anos letivos.</a:t>
            </a:r>
          </a:p>
        </p:txBody>
      </p:sp>
    </p:spTree>
    <p:extLst>
      <p:ext uri="{BB962C8B-B14F-4D97-AF65-F5344CB8AC3E}">
        <p14:creationId xmlns:p14="http://schemas.microsoft.com/office/powerpoint/2010/main" val="308343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3CF5-8EF3-6B84-CB33-F266A208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1C6857-CDDF-F936-A9AA-4D47833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AE49A09-9710-9224-A912-478C8C33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dirty="0"/>
              <a:t>Sistema de Gestão de Pesquisas</a:t>
            </a:r>
            <a:r>
              <a:rPr lang="pt-BR" dirty="0"/>
              <a:t> apresenta-se como uma solução estratégica e madura para responder a um desafio crítico nas instituições : a necessidade de recolher feedback autêntico, ágil e seguro.</a:t>
            </a:r>
          </a:p>
          <a:p>
            <a:r>
              <a:rPr lang="pt-BR" dirty="0"/>
              <a:t>Ao alinhar a </a:t>
            </a:r>
            <a:r>
              <a:rPr lang="pt-BR" b="1" dirty="0"/>
              <a:t>garantia absoluta de anonimato</a:t>
            </a:r>
            <a:r>
              <a:rPr lang="pt-BR" dirty="0"/>
              <a:t> (através do sistema inovador de senhas aleatórias) com uma </a:t>
            </a:r>
            <a:r>
              <a:rPr lang="pt-BR" b="1" dirty="0"/>
              <a:t>infraestrutura tecnológica robusta e escalável</a:t>
            </a:r>
            <a:r>
              <a:rPr lang="pt-BR" dirty="0"/>
              <a:t>, o projeto cumpre os seguintes objetivos:</a:t>
            </a:r>
          </a:p>
          <a:p>
            <a:pPr lvl="1"/>
            <a:r>
              <a:rPr lang="pt-BR" dirty="0"/>
              <a:t>Tomada de Decisão Baseada em Dados.</a:t>
            </a:r>
          </a:p>
          <a:p>
            <a:pPr lvl="1"/>
            <a:r>
              <a:rPr lang="pt-BR" dirty="0"/>
              <a:t>Eficiência Operacional.</a:t>
            </a:r>
          </a:p>
          <a:p>
            <a:pPr lvl="1"/>
            <a:r>
              <a:rPr lang="pt-BR" dirty="0"/>
              <a:t>Engajamento Académico.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421924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100</TotalTime>
  <Words>535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Sistema Web de Gestão de Pesquisas por Questionários</vt:lpstr>
      <vt:lpstr>O Problema</vt:lpstr>
      <vt:lpstr>A Oportunidade</vt:lpstr>
      <vt:lpstr>A Solução</vt:lpstr>
      <vt:lpstr>Diferenciais da Solução</vt:lpstr>
      <vt:lpstr>Como Funciona</vt:lpstr>
      <vt:lpstr>Público-Alvo</vt:lpstr>
      <vt:lpstr>Benefícios</vt:lpstr>
      <vt:lpstr>Viabilidade Técnica (Tecnologias)</vt:lpstr>
      <vt:lpstr>MVP – Produto Mínimo Viável</vt:lpstr>
      <vt:lpstr>Evolução Futura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Anderson Pazin</dc:creator>
  <cp:lastModifiedBy>Lucas</cp:lastModifiedBy>
  <cp:revision>5</cp:revision>
  <dcterms:created xsi:type="dcterms:W3CDTF">2023-06-14T22:17:51Z</dcterms:created>
  <dcterms:modified xsi:type="dcterms:W3CDTF">2026-06-11T00:11:04Z</dcterms:modified>
</cp:coreProperties>
</file>